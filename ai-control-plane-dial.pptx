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CONTROL PLANE  ·  GOVERNANCE-GATED DELIVERY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4F6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Governance Dial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lifecycle stages along the arc · Five governance gates as enforced stops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601200" y="4114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0" y="41148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 ·  NOT ADVISORY</a:t>
            </a:r>
            <a:endParaRPr lang="en-US" sz="1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273552" y="4370832"/>
            <a:ext cx="402336" cy="402336"/>
          </a:xfrm>
          <a:prstGeom prst="ellipse">
            <a:avLst/>
          </a:prstGeom>
          <a:solidFill>
            <a:srgbClr val="F4F6F8"/>
          </a:solidFill>
          <a:ln w="25400">
            <a:solidFill>
              <a:srgbClr val="0A0F1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73552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606040" y="48646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2606040" y="5047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Use Case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710139" y="3027155"/>
            <a:ext cx="402336" cy="402336"/>
          </a:xfrm>
          <a:prstGeom prst="ellipse">
            <a:avLst/>
          </a:prstGeom>
          <a:solidFill>
            <a:srgbClr val="F4F6F8"/>
          </a:solidFill>
          <a:ln w="25400">
            <a:solidFill>
              <a:srgbClr val="0A0F1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710139" y="302715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413827" y="2542873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2413827" y="2725753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53139" y="2196717"/>
            <a:ext cx="402336" cy="402336"/>
          </a:xfrm>
          <a:prstGeom prst="ellipse">
            <a:avLst/>
          </a:prstGeom>
          <a:solidFill>
            <a:srgbClr val="F4F6F8"/>
          </a:solidFill>
          <a:ln w="25400">
            <a:solidFill>
              <a:srgbClr val="0A0F1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853139" y="21967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3973703" y="151705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3973703" y="169993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Review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265965" y="2196717"/>
            <a:ext cx="402336" cy="402336"/>
          </a:xfrm>
          <a:prstGeom prst="ellipse">
            <a:avLst/>
          </a:prstGeom>
          <a:solidFill>
            <a:srgbClr val="F4F6F8"/>
          </a:solidFill>
          <a:ln w="25400">
            <a:solidFill>
              <a:srgbClr val="0A0F1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265965" y="2196717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810377" y="151705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04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810377" y="1699930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Test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7408965" y="3027155"/>
            <a:ext cx="402336" cy="402336"/>
          </a:xfrm>
          <a:prstGeom prst="ellipse">
            <a:avLst/>
          </a:prstGeom>
          <a:solidFill>
            <a:srgbClr val="F4F6F8"/>
          </a:solidFill>
          <a:ln w="25400">
            <a:solidFill>
              <a:srgbClr val="0A0F1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08965" y="3027155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7370253" y="2542873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05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370253" y="2725753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845552" y="4370832"/>
            <a:ext cx="402336" cy="402336"/>
          </a:xfrm>
          <a:prstGeom prst="ellipse">
            <a:avLst/>
          </a:prstGeom>
          <a:solidFill>
            <a:srgbClr val="F4F6F8"/>
          </a:solidFill>
          <a:ln w="25400">
            <a:solidFill>
              <a:srgbClr val="0A0F1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845552" y="43708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7178040" y="486460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06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7178040" y="5047488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 &amp; Monitor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3403725" y="3682707"/>
            <a:ext cx="365760" cy="365760"/>
          </a:xfrm>
          <a:prstGeom prst="ellipse">
            <a:avLst/>
          </a:prstGeom>
          <a:solidFill>
            <a:srgbClr val="0A0F1A"/>
          </a:solidFill>
          <a:ln w="25400">
            <a:solidFill>
              <a:srgbClr val="F4F6F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440301" y="3719283"/>
            <a:ext cx="292608" cy="292608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4F6F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566466" y="3855581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234163" y="2539707"/>
            <a:ext cx="365760" cy="365760"/>
          </a:xfrm>
          <a:prstGeom prst="ellipse">
            <a:avLst/>
          </a:prstGeom>
          <a:solidFill>
            <a:srgbClr val="0A0F1A"/>
          </a:solidFill>
          <a:ln w="25400">
            <a:solidFill>
              <a:srgbClr val="F4F6F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270739" y="2576283"/>
            <a:ext cx="292608" cy="292608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4F6F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247425" y="2918321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MRMG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5577840" y="2103120"/>
            <a:ext cx="365760" cy="365760"/>
          </a:xfrm>
          <a:prstGeom prst="ellipse">
            <a:avLst/>
          </a:prstGeom>
          <a:solidFill>
            <a:srgbClr val="0A0F1A"/>
          </a:solidFill>
          <a:ln w="25400">
            <a:solidFill>
              <a:srgbClr val="F4F6F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614416" y="2139696"/>
            <a:ext cx="292608" cy="292608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4F6F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5349240" y="25603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6921517" y="2539707"/>
            <a:ext cx="365760" cy="365760"/>
          </a:xfrm>
          <a:prstGeom prst="ellipse">
            <a:avLst/>
          </a:prstGeom>
          <a:solidFill>
            <a:srgbClr val="0A0F1A"/>
          </a:solidFill>
          <a:ln w="25400">
            <a:solidFill>
              <a:srgbClr val="F4F6F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958093" y="2576283"/>
            <a:ext cx="292608" cy="292608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4F6F8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51055" y="2918321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751955" y="3682707"/>
            <a:ext cx="365760" cy="365760"/>
          </a:xfrm>
          <a:prstGeom prst="ellipse">
            <a:avLst/>
          </a:prstGeom>
          <a:solidFill>
            <a:srgbClr val="0A0F1A"/>
          </a:solidFill>
          <a:ln w="25400">
            <a:solidFill>
              <a:srgbClr val="F4F6F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7788531" y="3719283"/>
            <a:ext cx="292608" cy="292608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4F6F8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132014" y="3855581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OPM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>
            <a:off x="4114800" y="4206240"/>
            <a:ext cx="3291840" cy="822960"/>
          </a:xfrm>
          <a:prstGeom prst="roundRect">
            <a:avLst>
              <a:gd name="adj" fmla="val 13333"/>
            </a:avLst>
          </a:prstGeom>
          <a:solidFill>
            <a:srgbClr val="111827"/>
          </a:solidFill>
          <a:ln w="19050">
            <a:solidFill>
              <a:srgbClr val="D4A843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114800" y="42062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CONTROL PLANE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4114800" y="45262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  ·  Policy  ·  Evidence</a:t>
            </a:r>
            <a:endParaRPr lang="en-US" sz="1200" dirty="0"/>
          </a:p>
        </p:txBody>
      </p:sp>
      <p:sp>
        <p:nvSpPr>
          <p:cNvPr id="50" name="Shape 47"/>
          <p:cNvSpPr/>
          <p:nvPr/>
        </p:nvSpPr>
        <p:spPr>
          <a:xfrm>
            <a:off x="516636" y="5577840"/>
            <a:ext cx="2143354" cy="1005840"/>
          </a:xfrm>
          <a:prstGeom prst="rect">
            <a:avLst/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516636" y="5577840"/>
            <a:ext cx="457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81228" y="5650992"/>
            <a:ext cx="186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ADAB</a:t>
            </a:r>
            <a:endParaRPr lang="en-US" sz="1400" dirty="0"/>
          </a:p>
        </p:txBody>
      </p:sp>
      <p:sp>
        <p:nvSpPr>
          <p:cNvPr id="53" name="Text 50"/>
          <p:cNvSpPr/>
          <p:nvPr/>
        </p:nvSpPr>
        <p:spPr>
          <a:xfrm>
            <a:off x="681228" y="5925312"/>
            <a:ext cx="18690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Authority</a:t>
            </a:r>
            <a:endParaRPr lang="en-US" sz="1000" dirty="0"/>
          </a:p>
        </p:txBody>
      </p:sp>
      <p:sp>
        <p:nvSpPr>
          <p:cNvPr id="54" name="Text 51"/>
          <p:cNvSpPr/>
          <p:nvPr/>
        </p:nvSpPr>
        <p:spPr>
          <a:xfrm>
            <a:off x="681228" y="6181344"/>
            <a:ext cx="18690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thing, built the right way.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2769718" y="5577840"/>
            <a:ext cx="2143354" cy="1005840"/>
          </a:xfrm>
          <a:prstGeom prst="rect">
            <a:avLst/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2769718" y="5577840"/>
            <a:ext cx="457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2934310" y="5650992"/>
            <a:ext cx="186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MRMG</a:t>
            </a:r>
            <a:endParaRPr lang="en-US" sz="1400" dirty="0"/>
          </a:p>
        </p:txBody>
      </p:sp>
      <p:sp>
        <p:nvSpPr>
          <p:cNvPr id="58" name="Text 55"/>
          <p:cNvSpPr/>
          <p:nvPr/>
        </p:nvSpPr>
        <p:spPr>
          <a:xfrm>
            <a:off x="2934310" y="5925312"/>
            <a:ext cx="18690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Risk Mgmt</a:t>
            </a:r>
            <a:endParaRPr lang="en-US" sz="1000" dirty="0"/>
          </a:p>
        </p:txBody>
      </p:sp>
      <p:sp>
        <p:nvSpPr>
          <p:cNvPr id="59" name="Text 56"/>
          <p:cNvSpPr/>
          <p:nvPr/>
        </p:nvSpPr>
        <p:spPr>
          <a:xfrm>
            <a:off x="2934310" y="6181344"/>
            <a:ext cx="18690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model validation.</a:t>
            </a:r>
            <a:endParaRPr lang="en-US" sz="900" dirty="0"/>
          </a:p>
        </p:txBody>
      </p:sp>
      <p:sp>
        <p:nvSpPr>
          <p:cNvPr id="60" name="Shape 57"/>
          <p:cNvSpPr/>
          <p:nvPr/>
        </p:nvSpPr>
        <p:spPr>
          <a:xfrm>
            <a:off x="5022799" y="5577840"/>
            <a:ext cx="2143354" cy="1005840"/>
          </a:xfrm>
          <a:prstGeom prst="rect">
            <a:avLst/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022799" y="5577840"/>
            <a:ext cx="457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187391" y="5650992"/>
            <a:ext cx="186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PtB</a:t>
            </a:r>
            <a:endParaRPr lang="en-US" sz="1400" dirty="0"/>
          </a:p>
        </p:txBody>
      </p:sp>
      <p:sp>
        <p:nvSpPr>
          <p:cNvPr id="63" name="Text 60"/>
          <p:cNvSpPr/>
          <p:nvPr/>
        </p:nvSpPr>
        <p:spPr>
          <a:xfrm>
            <a:off x="5187391" y="5925312"/>
            <a:ext cx="18690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Permission-to-Build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5187391" y="6181344"/>
            <a:ext cx="18690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Authorised scope before code.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7275881" y="5577840"/>
            <a:ext cx="2143354" cy="1005840"/>
          </a:xfrm>
          <a:prstGeom prst="rect">
            <a:avLst/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7275881" y="5577840"/>
            <a:ext cx="457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7440473" y="5650992"/>
            <a:ext cx="186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PtO</a:t>
            </a:r>
            <a:endParaRPr lang="en-US" sz="1400" dirty="0"/>
          </a:p>
        </p:txBody>
      </p:sp>
      <p:sp>
        <p:nvSpPr>
          <p:cNvPr id="68" name="Text 65"/>
          <p:cNvSpPr/>
          <p:nvPr/>
        </p:nvSpPr>
        <p:spPr>
          <a:xfrm>
            <a:off x="7440473" y="5925312"/>
            <a:ext cx="18690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Permission-to-Operate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7440473" y="6181344"/>
            <a:ext cx="18690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production release gate.</a:t>
            </a:r>
            <a:endParaRPr lang="en-US" sz="900" dirty="0"/>
          </a:p>
        </p:txBody>
      </p:sp>
      <p:sp>
        <p:nvSpPr>
          <p:cNvPr id="70" name="Shape 67"/>
          <p:cNvSpPr/>
          <p:nvPr/>
        </p:nvSpPr>
        <p:spPr>
          <a:xfrm>
            <a:off x="9528962" y="5577840"/>
            <a:ext cx="2143354" cy="1005840"/>
          </a:xfrm>
          <a:prstGeom prst="rect">
            <a:avLst/>
          </a:prstGeom>
          <a:solidFill>
            <a:srgbClr val="111827"/>
          </a:solidFill>
          <a:ln w="9525">
            <a:solidFill>
              <a:srgbClr val="1E293B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9528962" y="5577840"/>
            <a:ext cx="45720" cy="10058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9693554" y="5650992"/>
            <a:ext cx="186903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C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OPM</a:t>
            </a:r>
            <a:endParaRPr lang="en-US" sz="1400" dirty="0"/>
          </a:p>
        </p:txBody>
      </p:sp>
      <p:sp>
        <p:nvSpPr>
          <p:cNvPr id="73" name="Text 70"/>
          <p:cNvSpPr/>
          <p:nvPr/>
        </p:nvSpPr>
        <p:spPr>
          <a:xfrm>
            <a:off x="9693554" y="5925312"/>
            <a:ext cx="18690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Monitoring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9693554" y="6181344"/>
            <a:ext cx="186903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decays; must be re-earned.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0" y="6620256"/>
            <a:ext cx="12188952" cy="237744"/>
          </a:xfrm>
          <a:prstGeom prst="rect">
            <a:avLst/>
          </a:prstGeom>
          <a:solidFill>
            <a:srgbClr val="D4A843"/>
          </a:solidFill>
          <a:ln w="12700">
            <a:solidFill>
              <a:srgbClr val="D4A84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548640" y="6620256"/>
            <a:ext cx="11091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i="1" spc="100" kern="0" dirty="0">
                <a:solidFill>
                  <a:srgbClr val="0A0F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project advances past a red stop without evidence. Approval is never permanent.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Control Plane — Governance Dial</dc:title>
  <dc:subject>PptxGenJS Presentation</dc:subject>
  <dc:creator>AI Control Plane</dc:creator>
  <cp:lastModifiedBy>AI Control Plane</cp:lastModifiedBy>
  <cp:revision>1</cp:revision>
  <dcterms:created xsi:type="dcterms:W3CDTF">2026-04-16T01:14:33Z</dcterms:created>
  <dcterms:modified xsi:type="dcterms:W3CDTF">2026-04-16T01:14:33Z</dcterms:modified>
</cp:coreProperties>
</file>